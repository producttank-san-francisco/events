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301" r:id="rId3"/>
    <p:sldId id="302" r:id="rId4"/>
    <p:sldId id="261" r:id="rId5"/>
    <p:sldId id="264" r:id="rId6"/>
    <p:sldId id="265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3" r:id="rId23"/>
    <p:sldId id="285" r:id="rId24"/>
    <p:sldId id="286" r:id="rId25"/>
    <p:sldId id="287" r:id="rId26"/>
    <p:sldId id="281" r:id="rId27"/>
    <p:sldId id="288" r:id="rId28"/>
    <p:sldId id="289" r:id="rId29"/>
    <p:sldId id="292" r:id="rId30"/>
    <p:sldId id="293" r:id="rId31"/>
    <p:sldId id="306" r:id="rId32"/>
    <p:sldId id="303" r:id="rId33"/>
    <p:sldId id="304" r:id="rId34"/>
    <p:sldId id="305" r:id="rId35"/>
    <p:sldId id="294" r:id="rId36"/>
    <p:sldId id="295" r:id="rId37"/>
    <p:sldId id="258" r:id="rId38"/>
    <p:sldId id="299" r:id="rId39"/>
    <p:sldId id="259" r:id="rId40"/>
    <p:sldId id="300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08DB52-AA0B-B14F-A3BD-F363CC29B6C7}" v="7" dt="2026-10-01T01:36:59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90"/>
    <p:restoredTop sz="94610"/>
  </p:normalViewPr>
  <p:slideViewPr>
    <p:cSldViewPr snapToGrid="0" snapToObjects="1">
      <p:cViewPr>
        <p:scale>
          <a:sx n="134" d="100"/>
          <a:sy n="134" d="100"/>
        </p:scale>
        <p:origin x="66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Alterman" userId="d73afbf6-2241-4625-8046-bb2059b02896" providerId="ADAL" clId="{D082BCC8-83C3-516E-AF04-CB3475D67304}"/>
    <pc:docChg chg="undo redo custSel addSld delSld modSld sldOrd">
      <pc:chgData name="Tom Alterman" userId="d73afbf6-2241-4625-8046-bb2059b02896" providerId="ADAL" clId="{D082BCC8-83C3-516E-AF04-CB3475D67304}" dt="2026-10-01T02:03:26.848" v="131" actId="1036"/>
      <pc:docMkLst>
        <pc:docMk/>
      </pc:docMkLst>
      <pc:sldChg chg="del">
        <pc:chgData name="Tom Alterman" userId="d73afbf6-2241-4625-8046-bb2059b02896" providerId="ADAL" clId="{D082BCC8-83C3-516E-AF04-CB3475D67304}" dt="2026-10-01T01:33:12.682" v="92" actId="2696"/>
        <pc:sldMkLst>
          <pc:docMk/>
          <pc:sldMk cId="0" sldId="260"/>
        </pc:sldMkLst>
      </pc:sldChg>
      <pc:sldChg chg="modSp mod">
        <pc:chgData name="Tom Alterman" userId="d73afbf6-2241-4625-8046-bb2059b02896" providerId="ADAL" clId="{D082BCC8-83C3-516E-AF04-CB3475D67304}" dt="2026-10-01T01:34:23.881" v="121" actId="20577"/>
        <pc:sldMkLst>
          <pc:docMk/>
          <pc:sldMk cId="0" sldId="267"/>
        </pc:sldMkLst>
        <pc:spChg chg="mod">
          <ac:chgData name="Tom Alterman" userId="d73afbf6-2241-4625-8046-bb2059b02896" providerId="ADAL" clId="{D082BCC8-83C3-516E-AF04-CB3475D67304}" dt="2026-10-01T01:34:23.881" v="121" actId="20577"/>
          <ac:spMkLst>
            <pc:docMk/>
            <pc:sldMk cId="0" sldId="267"/>
            <ac:spMk id="5" creationId="{00000000-0000-0000-0000-000000000000}"/>
          </ac:spMkLst>
        </pc:spChg>
      </pc:sldChg>
      <pc:sldChg chg="modSp mod ord">
        <pc:chgData name="Tom Alterman" userId="d73afbf6-2241-4625-8046-bb2059b02896" providerId="ADAL" clId="{D082BCC8-83C3-516E-AF04-CB3475D67304}" dt="2026-10-01T01:29:48.453" v="54" actId="20578"/>
        <pc:sldMkLst>
          <pc:docMk/>
          <pc:sldMk cId="0" sldId="271"/>
        </pc:sldMkLst>
        <pc:spChg chg="mod">
          <ac:chgData name="Tom Alterman" userId="d73afbf6-2241-4625-8046-bb2059b02896" providerId="ADAL" clId="{D082BCC8-83C3-516E-AF04-CB3475D67304}" dt="2026-10-01T01:29:30.906" v="51" actId="20577"/>
          <ac:spMkLst>
            <pc:docMk/>
            <pc:sldMk cId="0" sldId="271"/>
            <ac:spMk id="3" creationId="{00000000-0000-0000-0000-000000000000}"/>
          </ac:spMkLst>
        </pc:spChg>
      </pc:sldChg>
      <pc:sldChg chg="del">
        <pc:chgData name="Tom Alterman" userId="d73afbf6-2241-4625-8046-bb2059b02896" providerId="ADAL" clId="{D082BCC8-83C3-516E-AF04-CB3475D67304}" dt="2026-10-01T01:29:35.682" v="52" actId="2696"/>
        <pc:sldMkLst>
          <pc:docMk/>
          <pc:sldMk cId="0" sldId="272"/>
        </pc:sldMkLst>
      </pc:sldChg>
      <pc:sldChg chg="ord">
        <pc:chgData name="Tom Alterman" userId="d73afbf6-2241-4625-8046-bb2059b02896" providerId="ADAL" clId="{D082BCC8-83C3-516E-AF04-CB3475D67304}" dt="2026-10-01T01:29:43.883" v="53" actId="20578"/>
        <pc:sldMkLst>
          <pc:docMk/>
          <pc:sldMk cId="0" sldId="273"/>
        </pc:sldMkLst>
      </pc:sldChg>
      <pc:sldChg chg="modSp mod">
        <pc:chgData name="Tom Alterman" userId="d73afbf6-2241-4625-8046-bb2059b02896" providerId="ADAL" clId="{D082BCC8-83C3-516E-AF04-CB3475D67304}" dt="2026-10-01T01:30:26.397" v="87" actId="20577"/>
        <pc:sldMkLst>
          <pc:docMk/>
          <pc:sldMk cId="0" sldId="275"/>
        </pc:sldMkLst>
        <pc:spChg chg="mod">
          <ac:chgData name="Tom Alterman" userId="d73afbf6-2241-4625-8046-bb2059b02896" providerId="ADAL" clId="{D082BCC8-83C3-516E-AF04-CB3475D67304}" dt="2026-10-01T01:30:26.397" v="87" actId="20577"/>
          <ac:spMkLst>
            <pc:docMk/>
            <pc:sldMk cId="0" sldId="275"/>
            <ac:spMk id="3" creationId="{00000000-0000-0000-0000-000000000000}"/>
          </ac:spMkLst>
        </pc:spChg>
        <pc:spChg chg="mod">
          <ac:chgData name="Tom Alterman" userId="d73afbf6-2241-4625-8046-bb2059b02896" providerId="ADAL" clId="{D082BCC8-83C3-516E-AF04-CB3475D67304}" dt="2026-10-01T01:30:11.930" v="69" actId="20577"/>
          <ac:spMkLst>
            <pc:docMk/>
            <pc:sldMk cId="0" sldId="275"/>
            <ac:spMk id="4" creationId="{00000000-0000-0000-0000-000000000000}"/>
          </ac:spMkLst>
        </pc:spChg>
      </pc:sldChg>
      <pc:sldChg chg="mod modShow">
        <pc:chgData name="Tom Alterman" userId="d73afbf6-2241-4625-8046-bb2059b02896" providerId="ADAL" clId="{D082BCC8-83C3-516E-AF04-CB3475D67304}" dt="2026-10-01T01:37:01.390" v="126" actId="729"/>
        <pc:sldMkLst>
          <pc:docMk/>
          <pc:sldMk cId="0" sldId="276"/>
        </pc:sldMkLst>
      </pc:sldChg>
      <pc:sldChg chg="mod modShow">
        <pc:chgData name="Tom Alterman" userId="d73afbf6-2241-4625-8046-bb2059b02896" providerId="ADAL" clId="{D082BCC8-83C3-516E-AF04-CB3475D67304}" dt="2026-10-01T01:37:01.390" v="126" actId="729"/>
        <pc:sldMkLst>
          <pc:docMk/>
          <pc:sldMk cId="0" sldId="277"/>
        </pc:sldMkLst>
      </pc:sldChg>
      <pc:sldChg chg="mod modShow">
        <pc:chgData name="Tom Alterman" userId="d73afbf6-2241-4625-8046-bb2059b02896" providerId="ADAL" clId="{D082BCC8-83C3-516E-AF04-CB3475D67304}" dt="2026-10-01T01:37:01.390" v="126" actId="729"/>
        <pc:sldMkLst>
          <pc:docMk/>
          <pc:sldMk cId="0" sldId="278"/>
        </pc:sldMkLst>
      </pc:sldChg>
      <pc:sldChg chg="mod modShow">
        <pc:chgData name="Tom Alterman" userId="d73afbf6-2241-4625-8046-bb2059b02896" providerId="ADAL" clId="{D082BCC8-83C3-516E-AF04-CB3475D67304}" dt="2026-10-01T01:37:01.390" v="126" actId="729"/>
        <pc:sldMkLst>
          <pc:docMk/>
          <pc:sldMk cId="0" sldId="279"/>
        </pc:sldMkLst>
      </pc:sldChg>
      <pc:sldChg chg="mod modShow">
        <pc:chgData name="Tom Alterman" userId="d73afbf6-2241-4625-8046-bb2059b02896" providerId="ADAL" clId="{D082BCC8-83C3-516E-AF04-CB3475D67304}" dt="2026-10-01T01:37:01.390" v="126" actId="729"/>
        <pc:sldMkLst>
          <pc:docMk/>
          <pc:sldMk cId="0" sldId="280"/>
        </pc:sldMkLst>
      </pc:sldChg>
      <pc:sldChg chg="mod ord modShow">
        <pc:chgData name="Tom Alterman" userId="d73afbf6-2241-4625-8046-bb2059b02896" providerId="ADAL" clId="{D082BCC8-83C3-516E-AF04-CB3475D67304}" dt="2026-10-01T01:37:18.095" v="128" actId="34476"/>
        <pc:sldMkLst>
          <pc:docMk/>
          <pc:sldMk cId="0" sldId="281"/>
        </pc:sldMkLst>
      </pc:sldChg>
      <pc:sldChg chg="del">
        <pc:chgData name="Tom Alterman" userId="d73afbf6-2241-4625-8046-bb2059b02896" providerId="ADAL" clId="{D082BCC8-83C3-516E-AF04-CB3475D67304}" dt="2026-10-01T01:30:41.133" v="88" actId="2696"/>
        <pc:sldMkLst>
          <pc:docMk/>
          <pc:sldMk cId="0" sldId="282"/>
        </pc:sldMkLst>
      </pc:sldChg>
      <pc:sldChg chg="del">
        <pc:chgData name="Tom Alterman" userId="d73afbf6-2241-4625-8046-bb2059b02896" providerId="ADAL" clId="{D082BCC8-83C3-516E-AF04-CB3475D67304}" dt="2026-10-01T01:32:08.482" v="91" actId="2696"/>
        <pc:sldMkLst>
          <pc:docMk/>
          <pc:sldMk cId="0" sldId="284"/>
        </pc:sldMkLst>
      </pc:sldChg>
      <pc:sldChg chg="modSp del mod">
        <pc:chgData name="Tom Alterman" userId="d73afbf6-2241-4625-8046-bb2059b02896" providerId="ADAL" clId="{D082BCC8-83C3-516E-AF04-CB3475D67304}" dt="2026-10-01T01:32:03.644" v="90" actId="2696"/>
        <pc:sldMkLst>
          <pc:docMk/>
          <pc:sldMk cId="0" sldId="290"/>
        </pc:sldMkLst>
        <pc:spChg chg="mod">
          <ac:chgData name="Tom Alterman" userId="d73afbf6-2241-4625-8046-bb2059b02896" providerId="ADAL" clId="{D082BCC8-83C3-516E-AF04-CB3475D67304}" dt="2026-10-01T01:31:51.307" v="89" actId="20577"/>
          <ac:spMkLst>
            <pc:docMk/>
            <pc:sldMk cId="0" sldId="290"/>
            <ac:spMk id="3" creationId="{00000000-0000-0000-0000-000000000000}"/>
          </ac:spMkLst>
        </pc:spChg>
      </pc:sldChg>
      <pc:sldChg chg="modSp mod">
        <pc:chgData name="Tom Alterman" userId="d73afbf6-2241-4625-8046-bb2059b02896" providerId="ADAL" clId="{D082BCC8-83C3-516E-AF04-CB3475D67304}" dt="2026-10-01T01:33:43.691" v="119" actId="20577"/>
        <pc:sldMkLst>
          <pc:docMk/>
          <pc:sldMk cId="0" sldId="296"/>
        </pc:sldMkLst>
        <pc:spChg chg="mod">
          <ac:chgData name="Tom Alterman" userId="d73afbf6-2241-4625-8046-bb2059b02896" providerId="ADAL" clId="{D082BCC8-83C3-516E-AF04-CB3475D67304}" dt="2026-10-01T01:33:43.691" v="119" actId="20577"/>
          <ac:spMkLst>
            <pc:docMk/>
            <pc:sldMk cId="0" sldId="296"/>
            <ac:spMk id="3" creationId="{00000000-0000-0000-0000-000000000000}"/>
          </ac:spMkLst>
        </pc:spChg>
        <pc:spChg chg="mod">
          <ac:chgData name="Tom Alterman" userId="d73afbf6-2241-4625-8046-bb2059b02896" providerId="ADAL" clId="{D082BCC8-83C3-516E-AF04-CB3475D67304}" dt="2026-10-01T01:33:17.945" v="93" actId="113"/>
          <ac:spMkLst>
            <pc:docMk/>
            <pc:sldMk cId="0" sldId="296"/>
            <ac:spMk id="4" creationId="{00000000-0000-0000-0000-000000000000}"/>
          </ac:spMkLst>
        </pc:spChg>
      </pc:sldChg>
      <pc:sldChg chg="modSp mod">
        <pc:chgData name="Tom Alterman" userId="d73afbf6-2241-4625-8046-bb2059b02896" providerId="ADAL" clId="{D082BCC8-83C3-516E-AF04-CB3475D67304}" dt="2026-10-01T01:37:47.111" v="129" actId="20577"/>
        <pc:sldMkLst>
          <pc:docMk/>
          <pc:sldMk cId="3515519018" sldId="302"/>
        </pc:sldMkLst>
        <pc:spChg chg="mod">
          <ac:chgData name="Tom Alterman" userId="d73afbf6-2241-4625-8046-bb2059b02896" providerId="ADAL" clId="{D082BCC8-83C3-516E-AF04-CB3475D67304}" dt="2026-10-01T01:37:47.111" v="129" actId="20577"/>
          <ac:spMkLst>
            <pc:docMk/>
            <pc:sldMk cId="3515519018" sldId="302"/>
            <ac:spMk id="3" creationId="{4EF8E957-1B96-5FE8-1ADA-B721B8919F75}"/>
          </ac:spMkLst>
        </pc:spChg>
      </pc:sldChg>
      <pc:sldChg chg="addSp delSp modSp add mod">
        <pc:chgData name="Tom Alterman" userId="d73afbf6-2241-4625-8046-bb2059b02896" providerId="ADAL" clId="{D082BCC8-83C3-516E-AF04-CB3475D67304}" dt="2026-10-01T01:10:09.691" v="11" actId="1076"/>
        <pc:sldMkLst>
          <pc:docMk/>
          <pc:sldMk cId="3713624098" sldId="303"/>
        </pc:sldMkLst>
        <pc:spChg chg="del">
          <ac:chgData name="Tom Alterman" userId="d73afbf6-2241-4625-8046-bb2059b02896" providerId="ADAL" clId="{D082BCC8-83C3-516E-AF04-CB3475D67304}" dt="2026-10-01T01:09:18.917" v="4" actId="478"/>
          <ac:spMkLst>
            <pc:docMk/>
            <pc:sldMk cId="3713624098" sldId="303"/>
            <ac:spMk id="2" creationId="{97667356-E53E-65E4-2646-20867FE511C4}"/>
          </ac:spMkLst>
        </pc:spChg>
        <pc:spChg chg="del">
          <ac:chgData name="Tom Alterman" userId="d73afbf6-2241-4625-8046-bb2059b02896" providerId="ADAL" clId="{D082BCC8-83C3-516E-AF04-CB3475D67304}" dt="2026-10-01T01:09:16.558" v="3" actId="478"/>
          <ac:spMkLst>
            <pc:docMk/>
            <pc:sldMk cId="3713624098" sldId="303"/>
            <ac:spMk id="3" creationId="{CB6319BC-BCA5-7F83-2166-63682B6D1908}"/>
          </ac:spMkLst>
        </pc:spChg>
        <pc:spChg chg="del">
          <ac:chgData name="Tom Alterman" userId="d73afbf6-2241-4625-8046-bb2059b02896" providerId="ADAL" clId="{D082BCC8-83C3-516E-AF04-CB3475D67304}" dt="2026-10-01T01:09:21.411" v="5" actId="478"/>
          <ac:spMkLst>
            <pc:docMk/>
            <pc:sldMk cId="3713624098" sldId="303"/>
            <ac:spMk id="4" creationId="{A44F64F3-F4D3-6207-2076-37F81672F684}"/>
          </ac:spMkLst>
        </pc:spChg>
        <pc:spChg chg="del">
          <ac:chgData name="Tom Alterman" userId="d73afbf6-2241-4625-8046-bb2059b02896" providerId="ADAL" clId="{D082BCC8-83C3-516E-AF04-CB3475D67304}" dt="2026-10-01T01:09:26.700" v="6" actId="478"/>
          <ac:spMkLst>
            <pc:docMk/>
            <pc:sldMk cId="3713624098" sldId="303"/>
            <ac:spMk id="6" creationId="{6C892C9A-BB65-E96F-6618-8CE21C795AFD}"/>
          </ac:spMkLst>
        </pc:spChg>
        <pc:picChg chg="add mod">
          <ac:chgData name="Tom Alterman" userId="d73afbf6-2241-4625-8046-bb2059b02896" providerId="ADAL" clId="{D082BCC8-83C3-516E-AF04-CB3475D67304}" dt="2026-10-01T01:10:09.691" v="11" actId="1076"/>
          <ac:picMkLst>
            <pc:docMk/>
            <pc:sldMk cId="3713624098" sldId="303"/>
            <ac:picMk id="8" creationId="{C3F97C57-C4C3-2B31-E57D-AE49A68BC081}"/>
          </ac:picMkLst>
        </pc:picChg>
      </pc:sldChg>
      <pc:sldChg chg="add del setBg">
        <pc:chgData name="Tom Alterman" userId="d73afbf6-2241-4625-8046-bb2059b02896" providerId="ADAL" clId="{D082BCC8-83C3-516E-AF04-CB3475D67304}" dt="2026-10-01T01:09:11.257" v="1"/>
        <pc:sldMkLst>
          <pc:docMk/>
          <pc:sldMk cId="3892717178" sldId="303"/>
        </pc:sldMkLst>
      </pc:sldChg>
      <pc:sldChg chg="add del setBg">
        <pc:chgData name="Tom Alterman" userId="d73afbf6-2241-4625-8046-bb2059b02896" providerId="ADAL" clId="{D082BCC8-83C3-516E-AF04-CB3475D67304}" dt="2026-10-01T01:10:20.021" v="13" actId="2696"/>
        <pc:sldMkLst>
          <pc:docMk/>
          <pc:sldMk cId="1362941243" sldId="304"/>
        </pc:sldMkLst>
      </pc:sldChg>
      <pc:sldChg chg="addSp delSp modSp add mod">
        <pc:chgData name="Tom Alterman" userId="d73afbf6-2241-4625-8046-bb2059b02896" providerId="ADAL" clId="{D082BCC8-83C3-516E-AF04-CB3475D67304}" dt="2026-10-01T01:11:13.290" v="28" actId="14100"/>
        <pc:sldMkLst>
          <pc:docMk/>
          <pc:sldMk cId="2989746517" sldId="304"/>
        </pc:sldMkLst>
        <pc:picChg chg="add del mod">
          <ac:chgData name="Tom Alterman" userId="d73afbf6-2241-4625-8046-bb2059b02896" providerId="ADAL" clId="{D082BCC8-83C3-516E-AF04-CB3475D67304}" dt="2026-10-01T01:10:41.558" v="19" actId="478"/>
          <ac:picMkLst>
            <pc:docMk/>
            <pc:sldMk cId="2989746517" sldId="304"/>
            <ac:picMk id="3" creationId="{33A0B609-83AD-A9F0-FBDA-0D013B9430AB}"/>
          </ac:picMkLst>
        </pc:picChg>
        <pc:picChg chg="add mod">
          <ac:chgData name="Tom Alterman" userId="d73afbf6-2241-4625-8046-bb2059b02896" providerId="ADAL" clId="{D082BCC8-83C3-516E-AF04-CB3475D67304}" dt="2026-10-01T01:11:13.290" v="28" actId="14100"/>
          <ac:picMkLst>
            <pc:docMk/>
            <pc:sldMk cId="2989746517" sldId="304"/>
            <ac:picMk id="6" creationId="{94719B5C-D0EA-04C7-416A-486406B4559E}"/>
          </ac:picMkLst>
        </pc:picChg>
        <pc:picChg chg="del">
          <ac:chgData name="Tom Alterman" userId="d73afbf6-2241-4625-8046-bb2059b02896" providerId="ADAL" clId="{D082BCC8-83C3-516E-AF04-CB3475D67304}" dt="2026-10-01T01:10:24.133" v="15" actId="478"/>
          <ac:picMkLst>
            <pc:docMk/>
            <pc:sldMk cId="2989746517" sldId="304"/>
            <ac:picMk id="8" creationId="{5E70AC94-6182-8D69-812B-866F917743F0}"/>
          </ac:picMkLst>
        </pc:picChg>
      </pc:sldChg>
      <pc:sldChg chg="add del setBg">
        <pc:chgData name="Tom Alterman" userId="d73afbf6-2241-4625-8046-bb2059b02896" providerId="ADAL" clId="{D082BCC8-83C3-516E-AF04-CB3475D67304}" dt="2026-10-01T01:11:27.571" v="30"/>
        <pc:sldMkLst>
          <pc:docMk/>
          <pc:sldMk cId="692645557" sldId="305"/>
        </pc:sldMkLst>
      </pc:sldChg>
      <pc:sldChg chg="modSp add mod ord">
        <pc:chgData name="Tom Alterman" userId="d73afbf6-2241-4625-8046-bb2059b02896" providerId="ADAL" clId="{D082BCC8-83C3-516E-AF04-CB3475D67304}" dt="2026-10-01T01:11:37.007" v="41" actId="20577"/>
        <pc:sldMkLst>
          <pc:docMk/>
          <pc:sldMk cId="878691974" sldId="305"/>
        </pc:sldMkLst>
        <pc:spChg chg="mod">
          <ac:chgData name="Tom Alterman" userId="d73afbf6-2241-4625-8046-bb2059b02896" providerId="ADAL" clId="{D082BCC8-83C3-516E-AF04-CB3475D67304}" dt="2026-10-01T01:11:37.007" v="41" actId="20577"/>
          <ac:spMkLst>
            <pc:docMk/>
            <pc:sldMk cId="878691974" sldId="305"/>
            <ac:spMk id="3" creationId="{F24DCFEA-E35F-9589-0269-7AD1AA34A811}"/>
          </ac:spMkLst>
        </pc:spChg>
      </pc:sldChg>
      <pc:sldChg chg="addSp modSp add mod">
        <pc:chgData name="Tom Alterman" userId="d73afbf6-2241-4625-8046-bb2059b02896" providerId="ADAL" clId="{D082BCC8-83C3-516E-AF04-CB3475D67304}" dt="2026-10-01T02:03:26.848" v="131" actId="1036"/>
        <pc:sldMkLst>
          <pc:docMk/>
          <pc:sldMk cId="3120353720" sldId="306"/>
        </pc:sldMkLst>
        <pc:picChg chg="add mod">
          <ac:chgData name="Tom Alterman" userId="d73afbf6-2241-4625-8046-bb2059b02896" providerId="ADAL" clId="{D082BCC8-83C3-516E-AF04-CB3475D67304}" dt="2026-10-01T02:03:26.848" v="131" actId="1036"/>
          <ac:picMkLst>
            <pc:docMk/>
            <pc:sldMk cId="3120353720" sldId="306"/>
            <ac:picMk id="8" creationId="{46D3A87D-7530-E120-7D0B-91908BB93C6D}"/>
          </ac:picMkLst>
        </pc:picChg>
      </pc:sldChg>
      <pc:sldChg chg="add del setBg">
        <pc:chgData name="Tom Alterman" userId="d73afbf6-2241-4625-8046-bb2059b02896" providerId="ADAL" clId="{D082BCC8-83C3-516E-AF04-CB3475D67304}" dt="2026-10-01T01:36:59.062" v="124"/>
        <pc:sldMkLst>
          <pc:docMk/>
          <pc:sldMk cId="4001278735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580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Tonight I'm going to walk through how I use a combination of tools to go from a rough idea to a production-ready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1F63-27B3-B4B2-2709-68BFC38E2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3B718-A1B3-CAE5-84FD-4572F8F86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F8030-8ABE-91D4-CBF8-9ABB814A5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tools will keep changing, and I'll swap them out when something better comes along.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8ED03-F341-F4BF-2434-B752A6259B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6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9149E-6723-D3A6-C220-6D70B09E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DB2BC-3011-BEB3-05B4-EC02DE631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922E8-DA32-D861-FD27-E956A9876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tools will keep changing, and I'll swap them out when something better comes along.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88CF1-58FA-A1DB-7BA1-6ADFBAEAD8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85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tools. Not married to any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agent. Interchangeable.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is the underlying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core. Runs on Claude Code today, I've used it with Codex, works with whatever agent you point it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 dictation that turns speech into clean writing, not a raw transcript. I used it to avoid typing. Now I record long rambling brain dumps and feed them straight to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design skill with a couple dozen commands aimed at AI slop: Inter everywhere, purple gradients, cards in cards. I won't go deep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group of very conscientious engineers tried to encode the entire process from idea to shipped, maintained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philosophy is 80 percent planning and review, 20 percent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the A-plus version of yourself who thought carefully about what good brainstorming, planning and code review look like, and wrote it down as repeatable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behaves like an incredibly talented, hard-working, patient engineering team, and I get to be the world's laziest 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 skills in the plugin. The path from idea to running code is a short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chain top to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interactive Q&amp;A that asks you one decision at a time and writes a requirements-only plan. This is where the Monologue brain dump goes.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Turns those requirements into an implementation-ready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Executes the plan, with verification and commits.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Cleans up what was just written before anyone reviews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multi-persona review against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others I reach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Builds a throwaway so people can react, then writes those decisions back into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I'm starting from a bug instead of a feature. Finds the root cause with a causal chain, then offers a fix and a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Watches the PR over time, handles incoming review, fixes CI failures. Won't merge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Writes down what was learned so the next loop starts smarter. This is the part that makes it compound.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then there's lfg.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Plan, build, simplify, review, apply the fixes, run browser tests, commit, push, open a PR, watch CI with a bounded repair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voice memo, then show each step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3ED5D-690A-FF74-24B9-4672FE181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6483F-FD2A-3DD5-C7AF-C0005D525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A1093-D532-1A91-F882-B6107A262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B13BD-AA5D-8199-457F-E78A79447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572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E56A6-3567-F380-CADE-8774CA9D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256C1-9360-0834-3F06-E83629464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874B5-A8D3-72C8-B47E-E17C0A0A6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C7816-3E3D-6E77-3B95-4B7499C7B9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688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24A0C-A31A-7868-2CF3-42E20948B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6E569-CD06-B933-D701-6638F2ABD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8CAF4-59CA-887F-E0F6-1CC700353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972B9-0291-EE37-8B3E-84172DE106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692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69089-BD1B-E90A-CB89-1558DF10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497E0-62C9-01E4-7A5A-96EE6C28D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22657-B0E5-9048-2E08-D1DF0A6A9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voice memo, then show each step on screen.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AAD15-B050-EC66-DD03-9E1927655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936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tools will keep changing, and I'll swap them out when something better comes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doesn't change is that the bottleneck is deciding what to build. This workflow clears away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 part of building software was never typing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72553-7008-8FAC-DB06-4D6C64BE4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A90ABE-ABA6-4E88-3148-172A61E73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F17C6-5054-C5B1-CC4E-5937828F7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 part is figuring out the right thing to build and getting your team to agree with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A1F26-110A-BC9B-9F5C-BD63177528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604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 part is figuring out the right thing to build and getting your team to agree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D01D0-A43F-EBAC-4A36-FE27A0569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A9247-30A0-6910-A2CB-0736974EC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4D408-86F5-E131-A547-02B3052DF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 part is figuring out the right thing to build and getting your team to agree with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FB80E-80D4-9A01-4B16-F5004CC438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662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to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2103120"/>
            <a:ext cx="10042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voice memo to production-ready code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474720"/>
            <a:ext cx="10042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 Alterman  ·  </a:t>
            </a:r>
            <a:r>
              <a:rPr lang="en-US" sz="1600" dirty="0" err="1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tom@tomalterman.com</a:t>
            </a:r>
            <a:r>
              <a:rPr lang="en-US" sz="16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30 Sep 2026 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37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612F0-9EBB-610A-E33D-5B9C9B991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E24FF7-97CF-00C9-C5BA-BD4CF4BEE3F7}"/>
              </a:ext>
            </a:extLst>
          </p:cNvPr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F3CE84-5234-C55A-3ECA-E8D4645161D7}"/>
              </a:ext>
            </a:extLst>
          </p:cNvPr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C00000"/>
                </a:solidFill>
                <a:latin typeface="Courier New" pitchFamily="34" charset="0"/>
                <a:cs typeface="Courier New" pitchFamily="34" charset="-120"/>
              </a:rPr>
              <a:t>Warning: </a:t>
            </a: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cs typeface="Courier New" pitchFamily="34" charset="-120"/>
              </a:rPr>
              <a:t>We’re all figuring it out as we go</a:t>
            </a:r>
            <a:endParaRPr lang="en-US" sz="4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FA2A534-E9E7-CE12-016C-49A5E6B5CD4C}"/>
              </a:ext>
            </a:extLst>
          </p:cNvPr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20CB9D-5A40-3E78-7896-545640F7339C}"/>
              </a:ext>
            </a:extLst>
          </p:cNvPr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37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709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72E1D-4ACB-9C41-D0E5-F5991FA3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FBF3F1-0778-F43C-FCD4-47347D61A634}"/>
              </a:ext>
            </a:extLst>
          </p:cNvPr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F8E957-1B96-5FE8-1ADA-B721B8919F75}"/>
              </a:ext>
            </a:extLst>
          </p:cNvPr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C00000"/>
                </a:solidFill>
                <a:latin typeface="Courier New" pitchFamily="34" charset="0"/>
                <a:cs typeface="Courier New" pitchFamily="34" charset="-120"/>
              </a:rPr>
              <a:t>Warning: </a:t>
            </a: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cs typeface="Courier New" pitchFamily="34" charset="-120"/>
              </a:rPr>
              <a:t>Don’t trust any “AI experts”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FBB0F0-CCF7-6D00-0E50-9607C62A74BD}"/>
              </a:ext>
            </a:extLst>
          </p:cNvPr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89CC92-6750-64BD-B33E-948846979578}"/>
              </a:ext>
            </a:extLst>
          </p:cNvPr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37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15519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D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2103120"/>
            <a:ext cx="10042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stack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37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codex or cursor or grok or muse or whatever…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37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of truth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37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open-source plugin from Every  ·  the secret sauce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37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monologue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 →  clean writing  ·  also from Every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37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impeccable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when design matters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37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D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2103120"/>
            <a:ext cx="10042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compound engineering is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37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whole process, encoded.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0"/>
            <a:ext cx="10042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  →  shipped  →  maintained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37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</a:t>
            </a: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planning + review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execution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37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a-plus version of yourself that wrote it all down.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37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talented, patient engineering team.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0"/>
            <a:ext cx="10042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the world's laziest product manager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37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AD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2103120"/>
            <a:ext cx="10042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loop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37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914400"/>
            <a:ext cx="10042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skills. 6 I use most.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920240"/>
            <a:ext cx="100428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/ce-brainstorm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/ce-plan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/ce-work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220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</a:t>
            </a: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-code-review</a:t>
            </a:r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/</a:t>
            </a:r>
            <a:r>
              <a:rPr lang="en-US" sz="22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ce</a:t>
            </a:r>
            <a:r>
              <a:rPr lang="en-US" sz="22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-commit-push-pr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/ce-compound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37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0C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/ce-brainstorm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does this need to be?  ·  one decision at a time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/ce-plan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needed to accomplish this?  ·  requirements → implementation-ready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bg>
      <p:bgPr>
        <a:solidFill>
          <a:srgbClr val="0C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/ce-work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it.  ·  verification + commits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/ce-simplify-code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it before anyone looks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37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solidFill>
          <a:srgbClr val="0C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/ce-code-review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multi-persona review against the plan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37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AD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2103120"/>
            <a:ext cx="10042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in the toolbox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37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DURING THE LOOP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/ce-prototype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feel it before you commit  ·  throwaway build  →  decisions written back into the plan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37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 FROM A BUG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/ce-debug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  ·  causal chain  ·  optional fix + PR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37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THE PR IS OPEN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/ce-babysit-pr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watches the PR  ·  handles review comments  ·  fixes CI  ·  never merges on its own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37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011680"/>
            <a:ext cx="10042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/ce-compound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291840"/>
            <a:ext cx="10042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 what we learned  ·  the next loop starts smarter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37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AD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2103120"/>
            <a:ext cx="10042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/lfg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37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914400"/>
            <a:ext cx="10042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whole pipeline. hands off.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920240"/>
            <a:ext cx="100428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+ apply fixes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tests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 ·  push  ·  open PR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CI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37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AD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2103120"/>
            <a:ext cx="10042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example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37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2103120"/>
            <a:ext cx="10042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demo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474720"/>
            <a:ext cx="10042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memo  →  /ce-brainstorm  →  /lfg  →  PR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37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6DD89-EB3A-D2D6-7C98-E318B8B1F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B0E67E-66B3-941A-9446-075553BD946D}"/>
              </a:ext>
            </a:extLst>
          </p:cNvPr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769469-3272-E3ED-B2A4-C7260D557820}"/>
              </a:ext>
            </a:extLst>
          </p:cNvPr>
          <p:cNvSpPr txBox="1"/>
          <p:nvPr/>
        </p:nvSpPr>
        <p:spPr>
          <a:xfrm>
            <a:off x="1325880" y="2103120"/>
            <a:ext cx="10042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demo</a:t>
            </a:r>
            <a:endParaRPr lang="en-US" sz="4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D9C312-9A37-6174-7A6C-E3143778DC4C}"/>
              </a:ext>
            </a:extLst>
          </p:cNvPr>
          <p:cNvSpPr txBox="1"/>
          <p:nvPr/>
        </p:nvSpPr>
        <p:spPr>
          <a:xfrm>
            <a:off x="1325880" y="3474720"/>
            <a:ext cx="10042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memo  →  /ce-brainstorm  →  /lfg  →  PR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844730-0FE7-D198-D10B-A0109C21218B}"/>
              </a:ext>
            </a:extLst>
          </p:cNvPr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52E41A-44C7-1014-2AAD-6A129698D06E}"/>
              </a:ext>
            </a:extLst>
          </p:cNvPr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37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D3A87D-7530-E120-7D0B-91908BB93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5084" y="491867"/>
            <a:ext cx="9226183" cy="549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53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2A6E1-0B0C-A304-03CF-2F493FFF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61D1D5A5-F7BB-1D73-CFFB-6A1CFF1A7C2A}"/>
              </a:ext>
            </a:extLst>
          </p:cNvPr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F97C57-C4C3-2B31-E57D-AE49A68BC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18" y="283671"/>
            <a:ext cx="10856422" cy="620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24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EDBBD-B3E8-14DC-BA81-871EF3993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75A9B6C3-BDBA-51EA-49E8-9F62C9BC18F8}"/>
              </a:ext>
            </a:extLst>
          </p:cNvPr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19B5C-D0EA-04C7-416A-486406B45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45" y="249381"/>
            <a:ext cx="11601494" cy="592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46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DE8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24921-467B-B83F-AB59-162EEC4F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B972BB-722B-6A5A-35CE-9F2ABAA21D56}"/>
              </a:ext>
            </a:extLst>
          </p:cNvPr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4DCFEA-E35F-9589-0269-7AD1AA34A811}"/>
              </a:ext>
            </a:extLst>
          </p:cNvPr>
          <p:cNvSpPr txBox="1"/>
          <p:nvPr/>
        </p:nvSpPr>
        <p:spPr>
          <a:xfrm>
            <a:off x="1325880" y="2103120"/>
            <a:ext cx="10042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takeaways</a:t>
            </a:r>
            <a:endParaRPr lang="en-US" sz="5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DE5012-5913-90DB-3B57-A8BC7036C545}"/>
              </a:ext>
            </a:extLst>
          </p:cNvPr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592FCEB-3ED9-5243-CF88-E08EF38A8BCC}"/>
              </a:ext>
            </a:extLst>
          </p:cNvPr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C0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37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786919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change.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37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bottleneck doesn't.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0"/>
            <a:ext cx="10042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deciding what to build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37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hard part was never the  code.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975F4-0EC6-E1A7-921A-AC3B11A28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19A233-F929-F6AB-50AE-1D3631934A5C}"/>
              </a:ext>
            </a:extLst>
          </p:cNvPr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C5900C-A34A-195C-61DD-98EA12FA723A}"/>
              </a:ext>
            </a:extLst>
          </p:cNvPr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3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hard part: </a:t>
            </a:r>
          </a:p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deciding </a:t>
            </a:r>
            <a:r>
              <a:rPr lang="en-US" sz="4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build 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351B2D-88EF-5A6E-BF1B-24F21B2D57F2}"/>
              </a:ext>
            </a:extLst>
          </p:cNvPr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FD702A-C1B3-685F-1030-5C5457AA45DF}"/>
              </a:ext>
            </a:extLst>
          </p:cNvPr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37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150710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3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hard part: </a:t>
            </a:r>
          </a:p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deciding </a:t>
            </a:r>
            <a:r>
              <a:rPr lang="en-US" sz="4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build </a:t>
            </a:r>
          </a:p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4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explaining it clearly</a:t>
            </a:r>
            <a:endParaRPr lang="en-US" sz="4800" dirty="0"/>
          </a:p>
          <a:p>
            <a:pPr>
              <a:lnSpc>
                <a:spcPct val="110000"/>
              </a:lnSpc>
            </a:pPr>
            <a:endParaRPr lang="en-US" sz="4800" b="1" dirty="0">
              <a:solidFill>
                <a:srgbClr val="4ADE8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37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D6CCA-CDBB-DA28-02A5-F5E0AB9C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B80842-74FF-16F1-2FEA-6B3509AA2E6A}"/>
              </a:ext>
            </a:extLst>
          </p:cNvPr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4B79CD-19BB-7986-5CB5-CB768FC51F40}"/>
              </a:ext>
            </a:extLst>
          </p:cNvPr>
          <p:cNvSpPr txBox="1"/>
          <p:nvPr/>
        </p:nvSpPr>
        <p:spPr>
          <a:xfrm>
            <a:off x="1325880" y="1828800"/>
            <a:ext cx="10042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3600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hard part: </a:t>
            </a:r>
          </a:p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deciding </a:t>
            </a:r>
            <a:r>
              <a:rPr lang="en-US" sz="4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build </a:t>
            </a:r>
          </a:p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4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explaining it clearly</a:t>
            </a:r>
            <a:endParaRPr lang="en-US" sz="4800" dirty="0"/>
          </a:p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4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 others to agree</a:t>
            </a:r>
            <a:endParaRPr lang="en-US" sz="4800" b="1" dirty="0"/>
          </a:p>
          <a:p>
            <a:pPr>
              <a:lnSpc>
                <a:spcPct val="110000"/>
              </a:lnSpc>
            </a:pPr>
            <a:endParaRPr lang="en-US" sz="4800" b="1" dirty="0">
              <a:solidFill>
                <a:srgbClr val="4ADE8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583327-CE29-B4BC-A167-37E9CEC9296B}"/>
              </a:ext>
            </a:extLst>
          </p:cNvPr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9EAC5B-6B04-EAA9-1E7F-B390EBC541DC}"/>
              </a:ext>
            </a:extLst>
          </p:cNvPr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37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19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914400"/>
            <a:ext cx="10042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Links (will be in the GH repo)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920240"/>
            <a:ext cx="100428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0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github.com/EveryInc/compound-engineering-plugin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0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every.to/guides/compound-engineering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0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monologue.to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20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impeccable.style</a:t>
            </a:r>
            <a:endParaRPr lang="en-US" sz="2000" b="1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37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2103120"/>
            <a:ext cx="10042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thanks.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474720"/>
            <a:ext cx="10042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tom@ptsf ~ 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2553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37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1485</Words>
  <Application>Microsoft Macintosh PowerPoint</Application>
  <PresentationFormat>Widescreen</PresentationFormat>
  <Paragraphs>303</Paragraphs>
  <Slides>42</Slides>
  <Notes>42</Notes>
  <HiddenSlides>5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 Alterman</cp:lastModifiedBy>
  <cp:revision>2</cp:revision>
  <dcterms:created xsi:type="dcterms:W3CDTF">2026-10-01T00:54:46Z</dcterms:created>
  <dcterms:modified xsi:type="dcterms:W3CDTF">2026-10-01T02:03:36Z</dcterms:modified>
</cp:coreProperties>
</file>